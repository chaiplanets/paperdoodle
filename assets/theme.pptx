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Sz cx="12188825" cy="6858000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39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9" autoAdjust="0"/>
  </p:normalViewPr>
  <p:slideViewPr>
    <p:cSldViewPr showGuides="1">
      <p:cViewPr varScale="1">
        <p:scale>
          <a:sx n="97" d="100"/>
          <a:sy n="97" d="100"/>
        </p:scale>
        <p:origin x="101" y="72"/>
      </p:cViewPr>
      <p:guideLst>
        <p:guide pos="3839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198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handoutMaster" Target="handoutMasters/handoutMaster1.xml"/><Relationship Id="rId7" Type="http://schemas.openxmlformats.org/officeDocument/2006/relationships/theme" Target="theme/theme1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088EAF-6ECA-4616-85EF-35AA19C641F3}" type="datetimeFigureOut">
              <a:rPr lang="en-US"/>
              <a:t>8/16/2026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912AB-2776-42F2-A957-313FC7EFEDB9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20657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D2D7A-D230-4F91-BD59-0A39C2703BA8}" type="datetimeFigureOut">
              <a:rPr lang="en-US"/>
              <a:t>8/16/2026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3199CD-3E1B-4AE6-990F-76F925F5EA9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214" y="1828800"/>
            <a:ext cx="8229600" cy="2895600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213" y="4800600"/>
            <a:ext cx="8229600" cy="12192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9614" y="2514600"/>
            <a:ext cx="8692399" cy="2819400"/>
          </a:xfrm>
        </p:spPr>
        <p:txBody>
          <a:bodyPr anchor="b">
            <a:normAutofit/>
          </a:bodyPr>
          <a:lstStyle>
            <a:lvl1pPr algn="l">
              <a:lnSpc>
                <a:spcPct val="80000"/>
              </a:lnSpc>
              <a:defRPr sz="48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5213" y="5410200"/>
            <a:ext cx="8687333" cy="6096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00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04781" y="1905001"/>
            <a:ext cx="4419599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29183" y="1905001"/>
            <a:ext cx="4419600" cy="41148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2241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9861" y="1905000"/>
            <a:ext cx="4416552" cy="762000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0" cap="all" spc="2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9861" y="2743201"/>
            <a:ext cx="4416552" cy="3276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51414" y="685800"/>
            <a:ext cx="6400800" cy="53340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5604" y="1905000"/>
            <a:ext cx="3596607" cy="2667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b="0" i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5213" y="4648200"/>
            <a:ext cx="3581399" cy="13716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4951414" y="685800"/>
            <a:ext cx="6400799" cy="5334000"/>
          </a:xfrm>
          <a:solidFill>
            <a:schemeClr val="bg2"/>
          </a:solidFill>
          <a:ln w="76200">
            <a:solidFill>
              <a:schemeClr val="tx1"/>
            </a:solidFill>
            <a:miter lim="800000"/>
          </a:ln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pPr/>
              <a:t>8/16/2026</a:t>
            </a:fld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42412" y="381001"/>
            <a:ext cx="1524001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22412" y="381001"/>
            <a:ext cx="7391399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41C87-7AD9-4845-A077-840E4A0F3F06}" type="datetimeFigureOut">
              <a:rPr lang="en-US"/>
              <a:t>8/16/2026</a:t>
            </a:fld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13F82-EE5E-44EE-A61D-E31C6657F26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144001" cy="1371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2413" y="1904999"/>
            <a:ext cx="9134391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655319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6422" y="6400800"/>
            <a:ext cx="144938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41C87-7AD9-4845-A077-840E4A0F3F06}" type="datetimeFigureOut">
              <a:rPr lang="en-US" smtClean="0"/>
              <a:pPr/>
              <a:t>8/16/2026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1" y="6400800"/>
            <a:ext cx="838201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013F82-EE5E-44EE-A61D-E31C6657F2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SzPct val="10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63550" indent="-231775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SzPct val="10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2625" indent="-21907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0288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SzPct val="10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igital Blue Tunnel 16x9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2895261.potx" id="{4CBF9558-C12D-4F51-9AA3-9D0796951DBC}" vid="{FFC159E6-A134-46E7-B1A0-C306E39FC295}"/>
    </a:ext>
  </a:extLst>
</a:theme>
</file>

<file path=ppt/theme/theme2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Digital Blue Tunnel">
      <a:dk1>
        <a:srgbClr val="000000"/>
      </a:dk1>
      <a:lt1>
        <a:sysClr val="window" lastClr="FFFFFF"/>
      </a:lt1>
      <a:dk2>
        <a:srgbClr val="001027"/>
      </a:dk2>
      <a:lt2>
        <a:srgbClr val="C1EBF7"/>
      </a:lt2>
      <a:accent1>
        <a:srgbClr val="56C5FF"/>
      </a:accent1>
      <a:accent2>
        <a:srgbClr val="4BB836"/>
      </a:accent2>
      <a:accent3>
        <a:srgbClr val="F8B004"/>
      </a:accent3>
      <a:accent4>
        <a:srgbClr val="972ACD"/>
      </a:accent4>
      <a:accent5>
        <a:srgbClr val="F86E24"/>
      </a:accent5>
      <a:accent6>
        <a:srgbClr val="DB30C7"/>
      </a:accent6>
      <a:hlink>
        <a:srgbClr val="F8B004"/>
      </a:hlink>
      <a:folHlink>
        <a:srgbClr val="969696"/>
      </a:folHlink>
    </a:clrScheme>
    <a:fontScheme name="Corbel">
      <a:maj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digital blue tunnel presentation (widescreen)</Template>
  <TotalTime>0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3" baseType="lpstr">
      <vt:lpstr>Arial</vt:lpstr>
      <vt:lpstr>Corbel</vt:lpstr>
      <vt:lpstr>Digital Blue Tunnel 16x9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Chaitra</dc:creator>
  <cp:lastModifiedBy>Chaitra</cp:lastModifiedBy>
  <cp:revision>2</cp:revision>
  <dcterms:created xsi:type="dcterms:W3CDTF">2026-08-16T10:44:00Z</dcterms:created>
  <dcterms:modified xsi:type="dcterms:W3CDTF">2026-08-16T10:44:32Z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